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523" autoAdjust="0"/>
  </p:normalViewPr>
  <p:slideViewPr>
    <p:cSldViewPr snapToGrid="0">
      <p:cViewPr varScale="1">
        <p:scale>
          <a:sx n="45" d="100"/>
          <a:sy n="45" d="100"/>
        </p:scale>
        <p:origin x="54" y="6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2416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96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458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8980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41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240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974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115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375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22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707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E2ED819-A5E4-4A32-BB01-DC1FC33C6EDA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3F27AEAE-6722-4DBC-8F11-4076B7EC57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7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8766-9D0C-43F0-BBB1-8BE4AC4F8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Организация сборок (</a:t>
            </a:r>
            <a:r>
              <a:rPr lang="ru-RU" dirty="0" err="1"/>
              <a:t>Assembly</a:t>
            </a:r>
            <a:r>
              <a:rPr lang="ru-RU" dirty="0"/>
              <a:t>) в .NET. Глобальный кэш сборок (GAC)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78907F-A856-4DBE-84B1-12F64CC02A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86AC9-7955-4ADB-A0AD-F477C8159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658805"/>
            <a:ext cx="2936033" cy="92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5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85767-1F3E-46AC-998F-6AA555E7F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87" y="1128408"/>
            <a:ext cx="2947482" cy="4601183"/>
          </a:xfrm>
        </p:spPr>
        <p:txBody>
          <a:bodyPr/>
          <a:lstStyle/>
          <a:p>
            <a:r>
              <a:rPr lang="ru-RU" dirty="0"/>
              <a:t>Управляемый модуль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F7B722-5EA3-41A8-A005-54859264B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5515" y="1233197"/>
            <a:ext cx="3801024" cy="4093029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B47A17-6CE7-46B3-8D6F-AE4EC4DC1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106174"/>
              </p:ext>
            </p:extLst>
          </p:nvPr>
        </p:nvGraphicFramePr>
        <p:xfrm>
          <a:off x="7010399" y="1442616"/>
          <a:ext cx="5082074" cy="34528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912">
                  <a:extLst>
                    <a:ext uri="{9D8B030D-6E8A-4147-A177-3AD203B41FA5}">
                      <a16:colId xmlns:a16="http://schemas.microsoft.com/office/drawing/2014/main" val="3538336167"/>
                    </a:ext>
                  </a:extLst>
                </a:gridCol>
                <a:gridCol w="3629162">
                  <a:extLst>
                    <a:ext uri="{9D8B030D-6E8A-4147-A177-3AD203B41FA5}">
                      <a16:colId xmlns:a16="http://schemas.microsoft.com/office/drawing/2014/main" val="2332198049"/>
                    </a:ext>
                  </a:extLst>
                </a:gridCol>
              </a:tblGrid>
              <a:tr h="39945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84358"/>
                  </a:ext>
                </a:extLst>
              </a:tr>
              <a:tr h="984964">
                <a:tc>
                  <a:txBody>
                    <a:bodyPr/>
                    <a:lstStyle/>
                    <a:p>
                      <a:r>
                        <a:rPr lang="ru-RU" dirty="0"/>
                        <a:t>Заголовок </a:t>
                      </a:r>
                      <a:r>
                        <a:rPr lang="en-US" dirty="0"/>
                        <a:t>PE32(+)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Стандартный заголовок </a:t>
                      </a:r>
                      <a:r>
                        <a:rPr lang="ru-RU" dirty="0" err="1"/>
                        <a:t>Windows</a:t>
                      </a:r>
                      <a:r>
                        <a:rPr lang="ru-RU" dirty="0"/>
                        <a:t>, тип файла, время создания.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6648"/>
                  </a:ext>
                </a:extLst>
              </a:tr>
              <a:tr h="689475">
                <a:tc>
                  <a:txBody>
                    <a:bodyPr/>
                    <a:lstStyle/>
                    <a:p>
                      <a:r>
                        <a:rPr lang="ru-RU" dirty="0"/>
                        <a:t>Заголовок </a:t>
                      </a:r>
                      <a:r>
                        <a:rPr lang="en-US" dirty="0"/>
                        <a:t>CLR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Версия CLR, флаги, точка входа (метод </a:t>
                      </a:r>
                      <a:r>
                        <a:rPr lang="ru-RU" dirty="0" err="1"/>
                        <a:t>Main</a:t>
                      </a:r>
                      <a:r>
                        <a:rPr lang="ru-RU" dirty="0"/>
                        <a:t>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021934"/>
                  </a:ext>
                </a:extLst>
              </a:tr>
              <a:tr h="689475">
                <a:tc>
                  <a:txBody>
                    <a:bodyPr/>
                    <a:lstStyle/>
                    <a:p>
                      <a:r>
                        <a:rPr lang="ru-RU" dirty="0"/>
                        <a:t>Метаданные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 всех типов и членов (своих и внешних).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5376322"/>
                  </a:ext>
                </a:extLst>
              </a:tr>
              <a:tr h="689475">
                <a:tc>
                  <a:txBody>
                    <a:bodyPr/>
                    <a:lstStyle/>
                    <a:p>
                      <a:r>
                        <a:rPr lang="en-US" dirty="0"/>
                        <a:t>IL-</a:t>
                      </a:r>
                      <a:r>
                        <a:rPr lang="ru-RU" dirty="0"/>
                        <a:t>код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Код программы, выполняемый средой CLR.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32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26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9420B-0DCE-412F-9D3F-358124DDF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и манифест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21F909E-3E32-48C0-8551-9F43550F7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7481" y="81738"/>
            <a:ext cx="7946298" cy="35883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3D543A-D77C-46EE-A7B5-1685FFF18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367" y="3670041"/>
            <a:ext cx="6824143" cy="30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22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E630D-B668-46CE-B38D-05D852C9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99CB76-5DE0-46DB-887A-A424243C41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3998" y="143068"/>
            <a:ext cx="12239995" cy="623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15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166D1-6557-442B-89A2-B6E11FA18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3837"/>
            <a:ext cx="3464767" cy="4601183"/>
          </a:xfrm>
        </p:spPr>
        <p:txBody>
          <a:bodyPr/>
          <a:lstStyle/>
          <a:p>
            <a:r>
              <a:rPr lang="ru-RU" dirty="0" err="1"/>
              <a:t>Многофайловые</a:t>
            </a:r>
            <a:r>
              <a:rPr lang="ru-RU" dirty="0"/>
              <a:t> сборки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35BDA3-206A-4F69-B7E0-3BE02B8D1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2517092"/>
            <a:ext cx="7315200" cy="3467655"/>
          </a:xfrm>
        </p:spPr>
        <p:txBody>
          <a:bodyPr/>
          <a:lstStyle/>
          <a:p>
            <a:r>
              <a:rPr lang="ru-RU" dirty="0"/>
              <a:t>Чтобы создать </a:t>
            </a:r>
            <a:r>
              <a:rPr lang="ru-RU" dirty="0" err="1"/>
              <a:t>многофайловую</a:t>
            </a:r>
            <a:r>
              <a:rPr lang="ru-RU" dirty="0"/>
              <a:t> сборку, нужно использовать </a:t>
            </a:r>
            <a:r>
              <a:rPr lang="en-US" dirty="0"/>
              <a:t>csc.exe</a:t>
            </a:r>
            <a:r>
              <a:rPr lang="ru-RU" dirty="0"/>
              <a:t> и компилировать желаемый </a:t>
            </a:r>
            <a:r>
              <a:rPr lang="en-US" dirty="0" err="1"/>
              <a:t>c#</a:t>
            </a:r>
            <a:r>
              <a:rPr lang="en-US" dirty="0"/>
              <a:t> </a:t>
            </a:r>
            <a:r>
              <a:rPr lang="ru-RU" dirty="0"/>
              <a:t>код в </a:t>
            </a:r>
            <a:r>
              <a:rPr lang="en-US" dirty="0"/>
              <a:t>.</a:t>
            </a:r>
            <a:r>
              <a:rPr lang="en-US" dirty="0" err="1"/>
              <a:t>netmodule</a:t>
            </a:r>
            <a:r>
              <a:rPr lang="en-US" dirty="0"/>
              <a:t>, </a:t>
            </a:r>
            <a:r>
              <a:rPr lang="ru-RU" dirty="0"/>
              <a:t>а затем ручками прописывать модули при компиляции</a:t>
            </a:r>
          </a:p>
          <a:p>
            <a:endParaRPr lang="ru-RU" dirty="0"/>
          </a:p>
          <a:p>
            <a:pPr marL="0" indent="0">
              <a:buNone/>
            </a:pPr>
            <a:br>
              <a:rPr lang="ru-RU" dirty="0"/>
            </a:br>
            <a:r>
              <a:rPr lang="en-US" dirty="0" err="1"/>
              <a:t>csc</a:t>
            </a:r>
            <a:r>
              <a:rPr lang="en-US" dirty="0"/>
              <a:t> </a:t>
            </a:r>
            <a:r>
              <a:rPr lang="en-US" dirty="0" err="1"/>
              <a:t>Main.cs</a:t>
            </a:r>
            <a:r>
              <a:rPr lang="en-US" dirty="0"/>
              <a:t> /addmodule:Part1.netmodule,Part2.netmodule</a:t>
            </a:r>
            <a:endParaRPr lang="ru-RU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84A273A-E958-4391-9D3E-0BDCE094A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268" y="812818"/>
            <a:ext cx="7315200" cy="170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3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FB6A-6D9D-41C7-8C85-88D74FE57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21" y="1128408"/>
            <a:ext cx="3176081" cy="4601183"/>
          </a:xfrm>
        </p:spPr>
        <p:txBody>
          <a:bodyPr/>
          <a:lstStyle/>
          <a:p>
            <a:r>
              <a:rPr lang="ru-RU" dirty="0"/>
              <a:t>Развертывание сборок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DF8D9-1026-4540-9B6D-E628CDF41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9045" y="875211"/>
            <a:ext cx="2544595" cy="506381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Глобальное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Можно разместить в каком-то каталоге и использовать ее в другом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FFA38A8-A56E-40BD-8D43-67630C98CE24}"/>
              </a:ext>
            </a:extLst>
          </p:cNvPr>
          <p:cNvSpPr txBox="1">
            <a:spLocks/>
          </p:cNvSpPr>
          <p:nvPr/>
        </p:nvSpPr>
        <p:spPr>
          <a:xfrm>
            <a:off x="8251856" y="715846"/>
            <a:ext cx="2544595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D26BF26-2240-447B-AD75-3F28E6C838EF}"/>
              </a:ext>
            </a:extLst>
          </p:cNvPr>
          <p:cNvSpPr txBox="1">
            <a:spLocks/>
          </p:cNvSpPr>
          <p:nvPr/>
        </p:nvSpPr>
        <p:spPr>
          <a:xfrm>
            <a:off x="7572588" y="818388"/>
            <a:ext cx="2544595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itchFamily="18" charset="2"/>
              <a:buNone/>
            </a:pPr>
            <a:r>
              <a:rPr lang="ru-RU" dirty="0"/>
              <a:t>Закрытое</a:t>
            </a:r>
          </a:p>
          <a:p>
            <a:pPr marL="0" indent="0">
              <a:buFont typeface="Wingdings 2" pitchFamily="18" charset="2"/>
              <a:buNone/>
            </a:pPr>
            <a:endParaRPr lang="ru-RU" dirty="0"/>
          </a:p>
          <a:p>
            <a:pPr marL="0" indent="0">
              <a:buFont typeface="Wingdings 2" pitchFamily="18" charset="2"/>
              <a:buNone/>
            </a:pPr>
            <a:r>
              <a:rPr lang="ru-RU" dirty="0"/>
              <a:t>Можно использовать только в пределах создаваемого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01077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31F27-8D6B-448F-9D9B-646A18867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Строгие и нестрогие имена сборок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55A23-1347-48D8-90EF-EDF3C8BCE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736" y="0"/>
            <a:ext cx="7315200" cy="918972"/>
          </a:xfrm>
        </p:spPr>
        <p:txBody>
          <a:bodyPr/>
          <a:lstStyle/>
          <a:p>
            <a:pPr marL="0" indent="0" algn="ctr">
              <a:buNone/>
            </a:pPr>
            <a:r>
              <a:rPr lang="ru-RU" dirty="0">
                <a:highlight>
                  <a:srgbClr val="00FF00"/>
                </a:highlight>
              </a:rPr>
              <a:t>Формула уникальности сборки = </a:t>
            </a:r>
          </a:p>
          <a:p>
            <a:pPr marL="0" indent="0" algn="ctr">
              <a:buNone/>
            </a:pPr>
            <a:r>
              <a:rPr lang="ru-RU" dirty="0">
                <a:highlight>
                  <a:srgbClr val="00FF00"/>
                </a:highlight>
              </a:rPr>
              <a:t>Имя файла + Версия + культура + Открытый ключ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1A787F-69CE-45FE-8C14-94C61D0C7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03" y="855617"/>
            <a:ext cx="7106194" cy="23866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77F4CE-3A0D-47A5-8EC6-6A5FF44D7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191" y="3242277"/>
            <a:ext cx="5884817" cy="322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65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4DECE-33FC-4C90-A8A0-82BCDF50F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Глобальный кэш сборок (</a:t>
            </a:r>
            <a:r>
              <a:rPr lang="en-US" dirty="0"/>
              <a:t>GAC</a:t>
            </a:r>
            <a:r>
              <a:rPr lang="ru-RU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760F-6A0C-4A12-BBDF-66D3156CD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Центральное хранилище для общих сборок.</a:t>
            </a:r>
          </a:p>
          <a:p>
            <a:endParaRPr lang="ru-RU" dirty="0"/>
          </a:p>
          <a:p>
            <a:r>
              <a:rPr lang="ru-RU" dirty="0"/>
              <a:t>Расположение (.NET 4.0+): %</a:t>
            </a:r>
            <a:r>
              <a:rPr lang="ru-RU" dirty="0" err="1"/>
              <a:t>SystemRoot</a:t>
            </a:r>
            <a:r>
              <a:rPr lang="ru-RU" dirty="0"/>
              <a:t>%\Microsoft.NET\</a:t>
            </a:r>
            <a:r>
              <a:rPr lang="ru-RU" dirty="0" err="1"/>
              <a:t>Assembly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Side-by-Side</a:t>
            </a:r>
            <a:r>
              <a:rPr lang="ru-RU" dirty="0"/>
              <a:t> </a:t>
            </a:r>
            <a:r>
              <a:rPr lang="ru-RU" dirty="0" err="1"/>
              <a:t>Execution</a:t>
            </a:r>
            <a:r>
              <a:rPr lang="ru-RU" dirty="0"/>
              <a:t>: Возможность одновременного хранения разных версий одной сборки (например, </a:t>
            </a:r>
            <a:r>
              <a:rPr lang="ru-RU" dirty="0" err="1"/>
              <a:t>MyLib</a:t>
            </a:r>
            <a:r>
              <a:rPr lang="ru-RU" dirty="0"/>
              <a:t> v1.0 и </a:t>
            </a:r>
            <a:r>
              <a:rPr lang="ru-RU" dirty="0" err="1"/>
              <a:t>MyLib</a:t>
            </a:r>
            <a:r>
              <a:rPr lang="ru-RU" dirty="0"/>
              <a:t> v2.0).</a:t>
            </a:r>
          </a:p>
          <a:p>
            <a:endParaRPr lang="ru-RU" dirty="0"/>
          </a:p>
          <a:p>
            <a:r>
              <a:rPr lang="ru-RU" dirty="0"/>
              <a:t>Только для сборок со строгим именем!</a:t>
            </a:r>
            <a:endParaRPr lang="en-US" dirty="0"/>
          </a:p>
          <a:p>
            <a:endParaRPr lang="en-US" dirty="0"/>
          </a:p>
          <a:p>
            <a:r>
              <a:rPr lang="en-US" dirty="0"/>
              <a:t>GACUtils.exe </a:t>
            </a:r>
            <a:r>
              <a:rPr lang="ru-RU" dirty="0"/>
              <a:t>для установки и удаления сборок из кэша</a:t>
            </a:r>
          </a:p>
        </p:txBody>
      </p:sp>
    </p:spTree>
    <p:extLst>
      <p:ext uri="{BB962C8B-B14F-4D97-AF65-F5344CB8AC3E}">
        <p14:creationId xmlns:p14="http://schemas.microsoft.com/office/powerpoint/2010/main" val="146328206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248</TotalTime>
  <Words>211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Corbel</vt:lpstr>
      <vt:lpstr>Wingdings 2</vt:lpstr>
      <vt:lpstr>Frame</vt:lpstr>
      <vt:lpstr>Организация сборок (Assembly) в .NET. Глобальный кэш сборок (GAC)</vt:lpstr>
      <vt:lpstr>Управляемый модуль</vt:lpstr>
      <vt:lpstr>Сборка и манифест</vt:lpstr>
      <vt:lpstr>PowerPoint Presentation</vt:lpstr>
      <vt:lpstr>Многофайловые сборки</vt:lpstr>
      <vt:lpstr>Развертывание сборок</vt:lpstr>
      <vt:lpstr>Строгие и нестрогие имена сборок</vt:lpstr>
      <vt:lpstr>Глобальный кэш сборок (GAC)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сборок (Assembly) в .NET. Глобальный кэш сборок (GAC)</dc:title>
  <dc:creator>Artem</dc:creator>
  <cp:lastModifiedBy>Artem</cp:lastModifiedBy>
  <cp:revision>15</cp:revision>
  <dcterms:created xsi:type="dcterms:W3CDTF">2026-02-16T11:06:31Z</dcterms:created>
  <dcterms:modified xsi:type="dcterms:W3CDTF">2026-02-16T15:14:54Z</dcterms:modified>
</cp:coreProperties>
</file>